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1828"/>
                </a:solidFill>
              </a:defRPr>
            </a:pPr>
            <a:r>
              <a:t>Machine Learning Basics</a:t>
            </a:r>
          </a:p>
          <a:p>
            <a:pPr>
              <a:spcBef>
                <a:spcPts val="1400"/>
              </a:spcBef>
              <a:defRPr sz="2000">
                <a:solidFill>
                  <a:srgbClr val="475467"/>
                </a:solidFill>
              </a:defRPr>
            </a:pPr>
            <a:r>
              <a:t>From problem framing to evaluation — the workflow behind most production models.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977639"/>
            <a:ext cx="23774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What machine learning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A program that improves at a task by learning patterns from data instead of following hand-written rules.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Use it when the rules are unknown, fuzzy or too numerous to write by hand.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It is not magic: the output is only as good as the data and the framing.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Framing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Start from the decision the model will support, not from the algorithm.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Do you have labels? How much data? How fast must predictions be?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Define the metric you will be judged on before training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Learning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Supervised — learn a mapping from labelled examples (classification, regression).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Unsupervised — discover structure in unlabelled data (clustering, dimensionality reduction).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Reinforcement — learn actions from reward signals through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The training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Collect and clean data → split train/validation/test → choose a baseline → train → evaluate → iterate.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Always start with a trivial baseline; it tells you whether the model adds value at all.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Keep the test set untouched until the very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Features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Feature engineering often matters more than model choice.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Handle missing values deliberately; scale numeric features; encode categoricals consistently.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Leakage — information from the future or the target sneaking into features — silently inflates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Classification: accuracy is misleading on imbalanced data — use precision, recall and F1.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Ranking: ROC-AUC and precision-recall AUC.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Regression: MAE, RMSE and R²; report residuals, not just one number.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Always compare against the baseline with confidence intervals or cross-validation.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Overfitting and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Overfitting: excellent on training data, poor on unseen data. Fix with more data, simpler models or regularisation.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Underfitting: poor on both — the model is too simple for the signal.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Cross-validation gives a more stable estimate than a single split.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828"/>
                </a:solidFill>
              </a:defRPr>
            </a:pPr>
            <a:r>
              <a:t>Shipping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Serving choices: batch scoring, a REST endpoint or an on-device model.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Monitor input drift and prediction quality after deployment — performance decays silently.</a:t>
            </a:r>
          </a:p>
          <a:p>
            <a:pPr>
              <a:spcAft>
                <a:spcPts val="1200"/>
              </a:spcAft>
              <a:defRPr sz="1800">
                <a:solidFill>
                  <a:srgbClr val="344054"/>
                </a:solidFill>
              </a:defRPr>
            </a:pPr>
            <a:r>
              <a:t>Version data, code and model artifacts together so any result can be reproduced.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8A2B3"/>
                </a:solidFill>
              </a:defRPr>
            </a:pPr>
            <a:r>
              <a:t>Machine Learning Basics   |  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